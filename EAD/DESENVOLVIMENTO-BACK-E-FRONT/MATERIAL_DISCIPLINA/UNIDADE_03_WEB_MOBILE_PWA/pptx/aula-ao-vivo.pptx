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Bem-vindos à aula ao vivo da Unidade 3! Hoje vamos transformar uma aplicação web comum em uma Progressive Web App. Vamos seguir o fluxo progressivo: HTML + CSS + JavaScript → Responsividade → Manifest → Service Worker → Cache → PWA.
O objetivo é que você veja, passo a passo, como cada componente se encaixa e por que cada um existe.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Hoje transformamos um site comum em uma PWA. Cada componente tem uma função: Manifest define a identidade, Service Worker intercepta requisições, Cache armazena recursos.
A atividade prática da Unidade 3 está disponível. Ela aprofunda o que fizemos hoje.
Na próxima unidade, vamos estudar algo fascinante: construir nosso próprio framework!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ao Vivo</dc:title>
  <dc:subject>PptxGenJS Presentation</dc:subject>
  <dc:creator>Created by Marp</dc:creator>
  <cp:lastModifiedBy>Created by Marp</cp:lastModifiedBy>
  <cp:revision>1</cp:revision>
  <dcterms:created xsi:type="dcterms:W3CDTF">2026-09-04T19:53:42Z</dcterms:created>
  <dcterms:modified xsi:type="dcterms:W3CDTF">2026-09-04T19:53:42Z</dcterms:modified>
</cp:coreProperties>
</file>