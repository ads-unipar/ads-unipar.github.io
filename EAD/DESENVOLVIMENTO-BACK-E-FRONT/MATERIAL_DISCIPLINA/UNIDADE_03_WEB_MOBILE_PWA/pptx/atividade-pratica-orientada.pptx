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Bem-vindo à Atividade Prática Orientada da Unidade 3. Nesta atividade, você vai transformar uma aplicação web existente em uma PWA completa, aplicando todos os conceitos estudados: responsividade, Mobile First, Manifest, Service Worker e Cache.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Esta atividade é a mais prática até agora. Você vai transformar um site real em uma PWA. O resultado será algo que pode ser instalado em um celular e usado como aplicativo.
Dediquem tempo para testar em dispositivos reais. O Chrome DevTools é útil, mas não substitui o teste em um celular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Atividade Prática Orientada</dc:title>
  <dc:subject>PptxGenJS Presentation</dc:subject>
  <dc:creator>Created by Marp</dc:creator>
  <cp:lastModifiedBy>Created by Marp</cp:lastModifiedBy>
  <cp:revision>1</cp:revision>
  <dcterms:created xsi:type="dcterms:W3CDTF">2026-09-04T19:52:43Z</dcterms:created>
  <dcterms:modified xsi:type="dcterms:W3CDTF">2026-09-04T19:52:43Z</dcterms:modified>
</cp:coreProperties>
</file>