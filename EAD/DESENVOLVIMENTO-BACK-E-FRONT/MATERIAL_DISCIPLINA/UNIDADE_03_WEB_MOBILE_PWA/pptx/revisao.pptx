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revisão da Unidade 3. Utilize este material para consolidar os conceitos estudados nas seis aulas gravadas e na aula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revisão cobre tudo o que estudamos na Unidade 3. Utilize o checklist para verificar se você atingiu todos os objetivos.
A conexão com a Unidade 4 é provocativa. Na próxima unidade, vamos construir nosso próprio framework — não para substituir o Express ou o React, mas para entender como funcionam por dentro.
Bons estudos!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Revisão — Unidade 3: Web Mobile e PWA</dc:title>
  <dc:subject>PptxGenJS Presentation</dc:subject>
  <dc:creator>Created by Marp</dc:creator>
  <cp:lastModifiedBy>Created by Marp</cp:lastModifiedBy>
  <cp:revision>1</cp:revision>
  <dcterms:created xsi:type="dcterms:W3CDTF">2026-09-04T19:53:50Z</dcterms:created>
  <dcterms:modified xsi:type="dcterms:W3CDTF">2026-09-04T19:53:50Z</dcterms:modified>
</cp:coreProperties>
</file>