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Bem-vindo à Atividade Prática Orientada da Unidade 2. Nesta atividade, você vai aplicar os conceitos de frameworks estudados nas aulas anteriores, construindo uma aplicação back-end com Express seguindo a arquitetura em camadas: Router, Controller, Service e Repository.
O objetivo é que você vivencie, na prática, como um framework organiza o código e como a separação de responsabilidades facilita a manutenção e os testes.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entrega é composta pelo código-fonte em um repositório público no GitHub e um README documentado explicando a estrutura do projeto, as decisões técnicas e como rodar 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cenário é profissional: uma API de biblioteca. Isso envolve dois recursos (livros e autores) com relacionamento entre eles. É mais complexo que a atividade da Unidade 1, pois exige pensar em arquitetura e organização.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atividade é um passo além da atividade da Unidade 1. Lá, construímos tudo em um único arquivo. Aqui, separamos em camadas. A comparação entre as duas abordagens é a melhor forma de perceber o valor dos frameworks.
Dediquem tempo para organizar o código. Não basta que funcione — ele precisa estar organizado seguindo a arquitetura em camadas.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Prática Orientada</dc:title>
  <dc:subject>PptxGenJS Presentation</dc:subject>
  <dc:creator>Created by Marp</dc:creator>
  <cp:lastModifiedBy>Created by Marp</cp:lastModifiedBy>
  <cp:revision>1</cp:revision>
  <dcterms:created xsi:type="dcterms:W3CDTF">2026-09-04T19:51:28Z</dcterms:created>
  <dcterms:modified xsi:type="dcterms:W3CDTF">2026-09-04T19:51:28Z</dcterms:modified>
</cp:coreProperties>
</file>