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Nas aulas anteriores, estudamos o que são frameworks, por que existem, como são estruturados e quais são os principais do mercado. Agora vamos à pergunta mais prática: como escolher o framework certo para um projeto?
Essa é uma decisão que todo desenvolvedor profissional precisa tomar. E ela não é trivial — a escolha do framework afeta a produtividade, a manutenção, a escalabilidade e até a contratação de novos membros da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Note o verbo "projetar" — é o nível mais alto da Taxonomia de Bloom que atingimos até agora. Você não vai apenas avaliar frameworks — vai ser capaz de justificar tecnicamente uma escolha.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detalhar cada critério.
Comunidade: um framework com comunidade ativa significa documentação abundante, respostas no Stack Overflow, plugins prontos e correções rápidas de bugs. Frameworks sem comunidade ativa são um risco.
Documentação: uma boa documentação economiza horas de pesquisa. Verifique se a documentação é completa, clara, com exemplos e atualizada.
Curva de aprendizagem: se a equipe nunca usou o framework, há um custo de aprendizagem. Frameworks como Express têm curva baixa. Angular tem curva alta. Considere o prazo do projeto.
Ecossistema: verifique se existem plugins para as funcionalidades que você precisa — autenticação, validação, upload, cache, etc. Um framework sem ecossistema força você a implementar tudo do zero.
Performance: para aplicações com muitos usuários simultâneos, performance é crítica. Compare benchmarks e estudos de caso.
Escalabilidade: o framework suporta o crescimento do projeto? Microsserviços, cache, balanceamento de carga?
Manutenção: verifique o histórico de commits, releases e issues no GitHub. Um framework sem atualizações há meses é um risco.
Licença: verifique se a licença é compatível com o seu projeto. Frameworks open source geralmente usam MIT, Apache ou BSD — que são permissivas.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matriz é um ponto de partida — não uma regra absoluta. Cada projeto tem suas particularidades.
Para uma API simples em Node.js, Express é a escolha padrão. É minimalista, flexível e fácil de aprender.
Para uma API enterprise em Node.js, NestJS é mais adequado. Sua arquitetura modular e suporte a TypeScript facilitam projetos grandes com equipes maiores.
Para uma aplicação completa em Python, Django é imbatível. ORM, admin, autenticação — tudo integrado.
Para SPAs complexas, React ou Angular são as escolhas mais maduras. React é mais flexível, Angular é mais estruturado.
Para SPAs leves, Vue.js é excelente. Fácil de aprender, progressivo e com boa performance.
Para aplicações que precisam de SEO e performance, Next.js é a escolha. SSR e SSG garantem que o conteúdo seja indexado por mecanismos de busca.
Para aplicações em tempo real, WebSockets combinados com qualquer framework back-end são a solução.
Lembre-se: a melhor escolha depende do contexto. Não existe framework universal.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revisar os erros mais comuns.
O primeiro erro é escolher por hype. "React está em alta, vamos usar React!" — mas o projeto é um site estático que não precisa de React. A escolha deve ser baseada em critérios objetivos, não em modismo.
O segundo erro é ignorar a equipe. Se a equipe conhece Python e você escolhe Java com Spring, haverá um custo de aprendizagem significativo. Considere o conhecimento existente.
O terceiro erro é não avaliar o ecossistema. Se você precisa de autenticação, validação e upload, verifique se o framework tem plugins para isso. Caso contrário, terá que implementar tudo do zero.
O quarto erro é escolher um framework muito novo. Frameworks novos podem ter bugs, documentação incompleta e comunidade pequena. Prefira frameworks maduros e ativamente mantidos.
O quinto erro é não considerar a manutenção. Se o framework não é atualizado há meses, pode ser abandonado. Verifique o histórico de commits e releases no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pergunta reflexiva é sobre longevidade. Para um projeto de 5 anos, o critério mais importante provavelmente é manutenção e comunidade. Você precisa de um framework que será mantido e atualizado por anos, com uma comunidade ativa que responda dúvidas e corrija bugs.
Na próxima aula — aula ao vivo — vamos colocar frameworks em prática. Vamos construir uma aplicação completa usando Express e comparar com o que fizemos manualmente na Unidade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12</dc:title>
  <dc:subject>PptxGenJS Presentation</dc:subject>
  <dc:creator>Created by Marp</dc:creator>
  <cp:lastModifiedBy>Created by Marp</cp:lastModifiedBy>
  <cp:revision>1</cp:revision>
  <dcterms:created xsi:type="dcterms:W3CDTF">2026-09-04T19:52:19Z</dcterms:created>
  <dcterms:modified xsi:type="dcterms:W3CDTF">2026-09-04T19:52:19Z</dcterms:modified>
</cp:coreProperties>
</file>