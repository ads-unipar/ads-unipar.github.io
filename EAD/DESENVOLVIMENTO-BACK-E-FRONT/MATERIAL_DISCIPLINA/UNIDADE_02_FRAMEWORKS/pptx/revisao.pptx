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Esta é a revisão da Unidade 2. Utilize este material para consolidar os conceitos estudados nas seis aulas gravadas e na aula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Esta revisão cobre tudo o que estudamos na Unidade 2. Utilize o checklist para verificar se você atingiu todos os objetivos de aprendizagem.
A conexão com a Unidade 3 é natural. Na próxima unidade, vamos estudar como adaptar aplicações web para dispositivos móveis — um tema cada vez mais importante, considerando que a maioria dos acessos à web hoje vem de celulares.
Bons estudos!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Revisão — Unidade 2: Frameworks</dc:title>
  <dc:subject>PptxGenJS Presentation</dc:subject>
  <dc:creator>Created by Marp</dc:creator>
  <cp:lastModifiedBy>Created by Marp</cp:lastModifiedBy>
  <cp:revision>1</cp:revision>
  <dcterms:created xsi:type="dcterms:W3CDTF">2026-09-04T19:52:35Z</dcterms:created>
  <dcterms:modified xsi:type="dcterms:W3CDTF">2026-09-04T19:52:35Z</dcterms:modified>
</cp:coreProperties>
</file>