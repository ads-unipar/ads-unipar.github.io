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Nesta aula, vamos estudar dois paradigmas fundamentais de frameworks: Pull-based e Push-based. Essa distinção afeta a forma como o framework processa requisições e renderiza interfaces.
Não são conceitos difíceis, mas são frequentemente confundidos. Vamos esclarecer cada um com exemplos práticos.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Pull-based e Push-based são duas formas diferentes de pensar sobre como dados fluem em uma aplicação. A diferença é sutil, mas tem implicações significativas na arquitetura e na experiência do desenvolvedor.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Pull-based é o modelo mais comum em aplicações web modernas. O cliente (Front-End) inicia a comunicação — ele "puxa" os dados do servidor quando precisa.
Por exemplo, quando o usuário acessa uma página de lista de usuários, o Front-End faz um GET /api/usuarios. O servidor responde com os dados. O Front-End recebe e renderiza na tela.
O cliente decide quando buscar dados. Pode ser ao carregar a página, ao clicar em um botão, ao submeter um formulário, ao rolar a página. O servidor não envia dados espontaneamente — ele apenas responde quando solicitado.
React, Vue.js e Angular seguem esse paradigma. O componente faz uma requisição HTTP (fetch, axios) e, quando os dados chegam, atualiza o estado e re-renderiza a interface.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Push-based é o modelo oposto. O servidor envia dados para o cliente espontaneamente, sem que o cliente peça.
Imagine um chat. Quando alguém envia uma mensagem, o servidor precisa notificar todos os outros usuários imediatamente. No modelo Pull-based, cada cliente precisaria ficar perguntando ao servidor "tem mensagem nova?" a cada segundo — isso é ineficiente.
No modelo Push-based, o servidor mantém uma conexão aberta com cada cliente e, quando uma nova mensagem chega, ele "empurra" para todos os clientes conectados. O cliente recebe e atualiza a interface automaticamente.
WebSockets são a tecnologia mais comum para Push-based. Eles permitem comunicação bidirecional em tempo real. Server-Sent Events (SSE) são uma alternativa mais simples — o servidor envia dados para o cliente, mas o cliente não envia de volta (unidirecional).
Firebase é um serviço do Google que implementa Push-based nativamente. Quando os dados mudam no banco de dados, todos os clientes conectados são notificados automaticamente.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Vamos comparar os dois paradigmas.
Pull-based é mais simples. O cliente faz uma requisição e recebe uma resposta. Não há conexão persistente. É fácil de implementar, fácil de testar e fácil de escalar.
Push-based é mais complexo. Exige conexões persistentes entre servidor e cliente. Isso consome mais recursos do servidor e torna a escalabilidade mais difícil — cada cliente conectado mantém uma conexão aberta.
Mas Push-based é essencial para aplicações que precisam de dados em tempo real — chats, notificações, jogos online, dashboards que atualizam automaticamente.
Na prática, muitas aplicações combinam os dois paradigmas. Usam Pull-based para operações CRUD normais e Push-based para notificações e atualizações em tempo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é um exemplo Pull-based com React. O componente faz um fetch para /api/tarefas quando é montado. Quando os dados chegam, o estado é atualizado e a interface re-renderiza.
O cliente decide quando buscar — neste caso, ao montar o componente. Se o usuário quiser ver dados atualizados, precisa recarregar a página ou clicar em um botão de "atualizar".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Este é um exemplo Push-based com WebSockets. O servidor envia dados a cada 5 segundos — sem que o cliente peça. O cliente recebe e atualiza a interface automaticamente.
Observe a diferença fundamental: no Pull-based, o cliente pede. No Push-based, o servidor envia. No Pull-based, o cliente controla o timing. No Push-based, o servidor controla.
Esse modelo é ideal para dados que mudam frequentemente — temperatura de sensores, preços de ações, mensagens de chat, notificações.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FALA DO PROFESSOR:
A pergunta reflexiva tem uma resposta clara: Push-based (WebSockets). A localização do entreguer muda constantemente e precisa ser refletida na interface em tempo real. Usar Pull-based (requisições periódicas) seria ineficiente e teria atraso.
Na próxima aula, vamos estudar critérios para escolher o framework certo para cada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11</dc:title>
  <dc:subject>PptxGenJS Presentation</dc:subject>
  <dc:creator>Created by Marp</dc:creator>
  <cp:lastModifiedBy>Created by Marp</cp:lastModifiedBy>
  <cp:revision>1</cp:revision>
  <dcterms:created xsi:type="dcterms:W3CDTF">2026-09-04T19:52:12Z</dcterms:created>
  <dcterms:modified xsi:type="dcterms:W3CDTF">2026-09-04T19:52:12Z</dcterms:modified>
</cp:coreProperties>
</file>