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Na aula anterior, entendemos as motivações para criar um framework. Agora vamos aprofundar a análise de vantagens e desvantagens — os trade-offs que todo desenvolvedor precisa considerar antes de tomar essa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As vantagens são significativas. Leveza: seu framework terá apenas o que você precisa. Nada de funcionalidades que você nunca usará. Controle total: cada decisão de design é sua. Se quiser mudar a API, muda. Se quiser adicionar uma funcionalidade, adiciona. Não precisa esperar que o mantenedor do framework aceite seu pull request.
Aprendizado profundo: ao construir um framework, você entende conceitos que usuários de frameworks raramente compreendem — como roteamento funciona internamente, como middlewares são encadeados, como parâmetros são extraídos.
Personalização: o framework é adaptado exatamente ao seu problema. Não há compromissos genéricos.
Sem dependências: você não depende de terceiros. Se o Express tiver um bug, você é afetado. Se o Express mudar a API, você precisa adaptar. Com seu próprio framework, você tem controle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As desvantagens são igualmente significativas. Tempo de desenvolvimento: construir um framework leva semanas ou meses. Esse tempo poderia ser gasto na lógica de negócio.
Manutenção: você é responsável por tudo — bugs, atualizações, documentação, testes. Se você sair do projeto, ninguém saberá manter.
Sem comunidade: quando você tem um problema, não pode perguntar no Stack Overflow — ninguém conhece seu framework. Não existem plugins prontos. Não existem tutoriais.
Segurança: frameworks populares são auditados por milhares de desenvolvedores. Vulnerabilidades são encontradas e corrigidas rapidamente. Seu framework não tem essa proteção.
Reinvenção da roda: você pode acabar resolvendo problemas que já foram resolvidos milhares de vezes. Isso é ineficiente.
Qualidade: frameworks populares passaram por anos de refinamento. Sua API foi refinada, seus bugs foram corrigidos, sua performance foi otimizada. É difícil alcançar esse nível de qualidade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decisão de criar ou não criar um framework é um trade-off. Não existe resposta certa ou errada — depende do contexto.
Se o projeto é pequeno, a equipe é experiente, o prazo é flexível e os requisitos são específicos, criar pode ser justificável.
Se o projeto é grande, a equipe é iniciante, o prazo é apertado e os requisitos são genéricos, usar um framework existente é mais seguro.
A chave é ser honesto sobre as motivações. Se a motivação é aprendizado, ótimo — crie como exercício. Se a motivação é produção, avalie cuidadosamente os trade-offs.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pergunta reflexiva muda a equação. Se o tempo de desenvolvimento for pequeno e o problema for específico, criar pode ser mais vantajoso do que usar um framework genérico pesado.
Na próxima aula, vamos projetar a arquitetura do nosso mini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20</dc:title>
  <dc:subject>PptxGenJS Presentation</dc:subject>
  <dc:creator>Created by Marp</dc:creator>
  <cp:lastModifiedBy>Created by Marp</cp:lastModifiedBy>
  <cp:revision>1</cp:revision>
  <dcterms:created xsi:type="dcterms:W3CDTF">2026-09-04T19:54:14Z</dcterms:created>
  <dcterms:modified xsi:type="dcterms:W3CDTF">2026-09-04T19:54:14Z</dcterms:modified>
</cp:coreProperties>
</file>