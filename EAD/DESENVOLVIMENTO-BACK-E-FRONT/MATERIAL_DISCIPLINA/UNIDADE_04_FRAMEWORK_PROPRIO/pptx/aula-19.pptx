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Bem-vindos à Unidade 4 — a unidade mais desafiadora e mais reveladora da disciplina. Nas unidades anteriores, estudamos frameworks existentes. Agora vamos inverter a perspectiva: vamos entender como frameworks são construídos — e construir o nosso próprio.
Mas antes de construir, precisamos responder à pergunta: por que alguém criaria um framework novo em vez de usar um existente?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Existem várias motivações para criar um framework. A primeira e mais importante para nós é aprendizado. Quando você constrói um framework, entende como roteamento funciona, como middlewares são processados, como controllers orquestram fluxos. Esse conhecimento é inestimável — mesmo que você nunca crie um framework para produção.
A segunda motivação é necessidade específica. Às vezes, nenhum framework existente atende bem ao problema. Frameworks genéricos são projetados para serem amplos — mas isso significa que podem ser overkill para problemas específicos.
A terceira é performance. Frameworks genéricos adicionam overhead — camadas de abstração, parsing, validação. Para casos extremos de performance, um framework minimalista pode ser mais eficiente.
A quarta é controle. Quando você usa um framework de terceiros, está dependente das decisões de outra pessoa. Se o framework for descontinuado, se mudar a API, se introduzir um bug — você é afetado. Com seu próprio framework, você tem controle total.
A quinta é simplificação. Frameworks como Express são minimalistas, mas frameworks como NestJS ou Django são complexos. Para projetos pequenos, um mini framework com apenas o essencial pode ser mais adequado.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É importante saber quando NÃO criar um framework. Se o Express atende 90% do seu problema, use o Express. Se a equipe é pequena e o prazo é apertado, use o existente. Se você não tem experiência com arquitetura de frameworks, estude primeiro.
Criar um framework é uma atividade educacional poderosa, mas para produção, a maioria dos projetos se beneficia de frameworks maduros e testados pela comunidade.
O objetivo desta unidade não é que você substitua o Express pelo seu framework. É que você entenda como o Express funciona por dentro — construindo algo semelhante em escala menor.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Vamos construir um mini framework back-end inspirado no Express. Ele será implementado do zero, usando apenas o módulo http do Node.js — sem dependências externas.
O framework terá três funcionalidades principais: roteamento (mapear URLs para handlers), middlewares (funções que processam antes do handler) e parâmetros de URL (extrair valores da URL).
Não vamos reimplementar o Express inteiro. Vamos implementar apenas o essencial — o suficiente para entender como ele funciona por dentro.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 pergunta reflexiva é a mais importante da disciplina. Quando você entende como o Express funciona por dentro — como ele faz roteamento, como processa middlewares, como extrai parâmetros — você deixa de ser um usuário passivo e se torna um usuário consciente.
Na próxima aula, vamos aprofundar as vantagens e desvantagens de criar um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19</dc:title>
  <dc:subject>PptxGenJS Presentation</dc:subject>
  <dc:creator>Created by Marp</dc:creator>
  <cp:lastModifiedBy>Created by Marp</cp:lastModifiedBy>
  <cp:revision>1</cp:revision>
  <dcterms:created xsi:type="dcterms:W3CDTF">2026-09-04T19:54:07Z</dcterms:created>
  <dcterms:modified xsi:type="dcterms:W3CDTF">2026-09-04T19:54:07Z</dcterms:modified>
</cp:coreProperties>
</file>