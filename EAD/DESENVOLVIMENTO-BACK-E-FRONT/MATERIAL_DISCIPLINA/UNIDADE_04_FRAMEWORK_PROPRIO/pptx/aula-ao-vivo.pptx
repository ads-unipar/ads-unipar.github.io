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Bem-vindos à aula ao vivo da Unidade 4 — e à última aula ao vivo da disciplina! Hoje vamos construir, em tempo real, o mini framework que projetamos nas aulas anteriores.
Este é o momento de integrar tudo o que estudamos: Router, Middlewares, Pipeline, Request/Response Enhancement e HTTP Server Wrapper. Vamos construir cada componente, testar e comparar com o Express.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Hoje construímos um framework funcional em menos de 80 linhas. Ele tem Router, Middlewares, parâmetros de URL, res.json(), res.status() — os mesmos fundamentos do Express.
A atividade prática da Unidade 4 está disponível. Ela pede que você estenda o mini framework com funcionalidades adicionais.
Esta foi a última aula ao vivo da disciplina. Nas próximas semanas, vamos trabalhar nas atividades práticas e na preparação para a avaliação.
Obrigado pela participação!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ao Vivo</dc:title>
  <dc:subject>PptxGenJS Presentation</dc:subject>
  <dc:creator>Created by Marp</dc:creator>
  <cp:lastModifiedBy>Created by Marp</cp:lastModifiedBy>
  <cp:revision>1</cp:revision>
  <dcterms:created xsi:type="dcterms:W3CDTF">2026-09-04T19:54:55Z</dcterms:created>
  <dcterms:modified xsi:type="dcterms:W3CDTF">2026-09-04T19:54:55Z</dcterms:modified>
</cp:coreProperties>
</file>