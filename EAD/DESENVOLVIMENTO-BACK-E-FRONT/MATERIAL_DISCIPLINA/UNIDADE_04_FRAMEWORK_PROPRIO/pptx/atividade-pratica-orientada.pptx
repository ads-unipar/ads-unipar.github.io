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Bem-vindo à Atividade Prática Orientada da Unidade 4 — a última atividade da disciplina. Nesta atividade, você vai estender o mini framework construído na aula ao vivo, adicionando funcionalidades que o aproximem de um framework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Esta é a atividade mais desafiadora da disciplina. Você vai estender o mini framework que construímos na aula ao vivo, adicionando funcionalidades que o aproximem de um framework real.
O mais importante não é que o framework seja perfeito — é que você entenda como cada componente funciona e como eles se conectam.
Dediquem tempo para organizar o código e escrever testes. A organização e os testes são tão importantes quanto as funcionalidades.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Atividade Prática Orientada</dc:title>
  <dc:subject>PptxGenJS Presentation</dc:subject>
  <dc:creator>Created by Marp</dc:creator>
  <cp:lastModifiedBy>Created by Marp</cp:lastModifiedBy>
  <cp:revision>1</cp:revision>
  <dcterms:created xsi:type="dcterms:W3CDTF">2026-09-04T19:53:57Z</dcterms:created>
  <dcterms:modified xsi:type="dcterms:W3CDTF">2026-09-04T19:53:57Z</dcterms:modified>
</cp:coreProperties>
</file>