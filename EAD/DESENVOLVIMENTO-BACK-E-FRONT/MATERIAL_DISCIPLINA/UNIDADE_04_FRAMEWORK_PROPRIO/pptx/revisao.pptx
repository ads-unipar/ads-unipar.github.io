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revisão da Unidade 4 — e a última revisão da disciplina. Utilize este material para consolidar os conceitos estudados nas seis aulas gravadas e na aula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Parabéns por chegar até aqui! Esta disciplina foi uma jornada — desde os fundamentos da web até a construção do seu próprio framework.
O mais importante não é o código que você escreveu — é o conhecimento que adquiriu. Você agora entende como Front-End e Back-End se comunicam, como frameworks funcionam por dentro, como transformar sites em PWAs e como construir ferramentas do zero.
Esse conhecimento é duradouro. Tecnologias mudam, frameworks surgem e desaparecem, mas os fundamentos permanecem. HTTP continuará sendo HTTP. Roteamento continuará sendo roteamento. Middlewares continuarão sendo middlewares.
Bons estudos e boa carreira!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— Unidade 4: Por que desenvolver seu próprio Framework?</dc:title>
  <dc:subject>PptxGenJS Presentation</dc:subject>
  <dc:creator>Created by Marp</dc:creator>
  <cp:lastModifiedBy>Created by Marp</cp:lastModifiedBy>
  <cp:revision>1</cp:revision>
  <dcterms:created xsi:type="dcterms:W3CDTF">2026-09-04T19:55:03Z</dcterms:created>
  <dcterms:modified xsi:type="dcterms:W3CDTF">2026-09-04T19:55:03Z</dcterms:modified>
</cp:coreProperties>
</file>