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Nesta aula, vamos projetar a arquitetura do nosso mini framework. Antes de escrever código, precisamos definir a estrutura — quais componentes teremos, como eles se conectam e qual será a API pública.
Essa é uma etapa de design. Um bom design antes de codificar economiza horas de refatoração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Nosso mini framework terá quatro componentes principais.
Router Engine: é o componente que mapeia métodos HTTP e URLs para handlers. Quando uma requisição chega, o Router encontra o handler correto.
Middleware Pipeline: é o componente que executa uma cadeia de funções antes do handler principal. Cada middleware pode processar a requisição, modificar dados ou interromper a cadeia.
Request/Response Enhancement: é o componente que adiciona métodos úteis aos objetos req e res do Node.js — como res.json(), req.params, req.body.
HTTP Server Wrapper: é o componente que encapsula o módulo http do Node.js, fornecendo uma API mais amigável — como app.listen(), app.get(), app.post().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API que queremos alcançar. Observe como ela é semelhante ao Express — app.get(), app.post(), app.use(), app.listen(), req.params, req.body, res.json(), res.status().
Não vamos copiar o Express. Vamos implementar apenas o essencial — o suficiente para que a API seja familiar e funcional.
A semelhança é intencional. Se você já sabe Express, nosso mini framework será intuitivo. E se você entender como nosso mini framework funciona, entenderá como o Express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é o fluxo interno do framework. Vamos entender cada etapa.
1. O módulo http do Node.js recebe a requisição bruta.
2. Nós "melhoramos" os objetos req e res — adicionamos req.params, req.body, res.json(), res.status().
3. Os middlewares são executados em sequência. Cada um pode processar a requisição ou interromper a cadeia.
4. O Router encontra o handler correto com base no método HTTP e na URL.
5. O handler (controller) executa a lógica e gera a resposta.
6. A resposta é enviada ao cliente.
Esse é o mesmo fluxo do Express. A diferença é que vamos implementar cada etapa do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resposta para a pergunta reflexiva é: a simplicidade. Nosso mini framework implementa apenas o essencial. O Express tem centenas de funcionalidades — nosso framework tem apenas as fundamentais.
Na próxima aula, vamos implementar o Router.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21</dc:title>
  <dc:subject>PptxGenJS Presentation</dc:subject>
  <dc:creator>Created by Marp</dc:creator>
  <cp:lastModifiedBy>Created by Marp</cp:lastModifiedBy>
  <cp:revision>1</cp:revision>
  <dcterms:created xsi:type="dcterms:W3CDTF">2026-09-04T19:54:22Z</dcterms:created>
  <dcterms:modified xsi:type="dcterms:W3CDTF">2026-09-04T19:54:22Z</dcterms:modified>
</cp:coreProperties>
</file>