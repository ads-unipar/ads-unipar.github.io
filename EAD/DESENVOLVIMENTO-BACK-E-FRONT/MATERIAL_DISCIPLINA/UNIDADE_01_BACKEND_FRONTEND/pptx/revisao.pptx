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Esta é a revisão da Unidade 1. Utilize este material para consolidar os conceitos estudados nas seis aulas gravadas e na aula ao vivo. A revisão contém um resumo dos conceitos, um mapa conceitual, erros comuns, perguntas para reflexão e um checklist de aprendizagem.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Esta revisão cobre tudo o que estudamos na Unidade 1. Utilize o checklist para verificar se você atingiu todos os objetivos de aprendizagem. Se algum item não foi marcado, revise a aula correspondente.
As perguntas para reflexão não têm resposta única — o objetivo é estimular o pensamento crítico. Discuta com colegas, pesquise e forme sua própria opinião.
A conexão com a Unidade 2 é intencional. Na próxima unidade, vamos estudar frameworks — e você vai perceber que tudo o que fizemos manualmente na Unidade 1 tem equivalente em frameworks. Mas só porque você fez manualmente é que vai compreender o que o framework faz por você.
Bons estudos!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Revisão — Unidade 1: Back-End e Front-End</dc:title>
  <dc:subject>PptxGenJS Presentation</dc:subject>
  <dc:creator>Created by Marp</dc:creator>
  <cp:lastModifiedBy>Created by Marp</cp:lastModifiedBy>
  <cp:revision>1</cp:revision>
  <dcterms:created xsi:type="dcterms:W3CDTF">2026-09-04T19:51:20Z</dcterms:created>
  <dcterms:modified xsi:type="dcterms:W3CDTF">2026-09-04T19:51:20Z</dcterms:modified>
</cp:coreProperties>
</file>