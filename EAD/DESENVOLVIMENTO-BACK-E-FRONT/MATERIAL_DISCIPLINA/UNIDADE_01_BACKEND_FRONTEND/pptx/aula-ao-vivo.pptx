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aula ao vivo da Unidade 1! Esta não é uma repetição das aulas gravadas. É o momento de integrar todos os conceitos estudados em uma demonstração prática e ao vivo.
Nas aulas gravadas, estudamos Front-End, Back-End, HTTP, APIs, AJAX e boas práticas de forma isolada. Hoje, vamos conectar tudo isso em uma aplicação funcional.
O objetivo é que você veja, passo a passo, como uma aplicação web completa funciona — desde o clique do usuário até a resposta do servidor. Vamos construir, depurar e analisar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o roteiro da aula. Vamos seguir essa estrutura para garantir que cubramos todos os pontos necessários dentro do tempo disponível.
A aula é dividida em seis blocos. Os primeiros 5 minutos são para contextualização — vamos relembrar o que estudamos e definir o que vamos fazer hoje. Dos 5 aos 15 minutos, revisamos os conceitos-chave. Dos 15 aos 25, discutimos um problema real. Dos 25 aos 40, fazemos a demonstração prática. Dos 40 aos 47, lanço um desafio para vocês. E nos últimos 3 minutos, fazemos a síntese e orientamos a atividade prática.
Participem! Perguntas são bem-vindas a qualquer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começar relembrando o que estudamos. Na Unidade 1, tivemos seis aulas gravadas. Cada uma cobriu um aspecto diferente do desenvolvimento web.
Agora, o desafio é integrar tudo. Não adianta saber HTML se você não sabe como ele se conecta com o Back-End. Não adianta saber criar uma API se ninguém a consome.
Hoje vamos construir uma aplicação simples, mas completa. Vamos ter um Front-End com HTML, CSS e JavaScript, um Back-End com Node.js e Express, e uma comunicação via fetch() entre os dois.
A aplicação será um gerenciador de contatos — o usuário pode cadastrar, listar, editar e excluir contatos. É simples o suficiente para caber em 50 minutos, mas rico o suficiente para demonstrar todos os conceitos.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revisar rapidamente os conceitos centrais.
O fluxo é sempre o mesmo: o Front-End envia uma requisição HTTP para o Back-End. O Back-End processa, acessa o banco de dados se necessário, e devolve uma resposta em JSON. O Front-End recebe a resposta e atualiza a interface.
O Front-End é construído com HTML (estrutura), CSS (estilo) e JavaScript (comportamento). O JavaScript é responsável pela interatividade e pela comunicação assíncrona.
O Back-End é construído com Node.js e Express. Ele define rotas, processa requisições e devolve respostas.
A API é o contrato entre as duas camadas. Ela define endpoints (URLs), métodos (GET, POST, PUT, DELETE) e formatos (JSON).
O fetch() é o mecanismo do JavaScript para enviar requisições HTTP assíncronas. Com async/await, o código fica limpo e legível.
Alguma dúvida até aqui?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discutir o problema antes de codificar. Isso é fundamental — um bom desenvolvedor pensa antes de codificar.
O cenário é simples: gerenciar contatos. Quatro operações CRUD. Mas cada uma delas apresenta desafios técnicos.
Cadastrar: como capturar os dados do formulário? Como enviar para o servidor? Como atualizar a lista após o cadastro?
Listar: como buscar os dados do servidor? Como renderizar dinamicamente no DOM?
Editar: como carregar os dados de um contato no formulário? Como enviar a atualização? Como atualizar apenas o item alterado?
Excluir: como confirmar a exclusão? Como remover o item do DOM após a exclusão?
E os desafios transversais: como tratar erros? E se o servidor estiver offline? E se os dados forem inválidos? E se o usuário clicar duas vezes no botão?
Vamos resolver cada um desses desafios na demonstração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à demonstração prática. Acompanhem no ambiente de vocês.
A estrutura do projeto é simples. Uma pasta public para os arquivos estáticos do Front-End. O server.js como ponto de entrada do Back-End. O package.json para gerenciar dependências.
Vamos começar configurando o servidor Express. Depois, criamos as rotas da API. Em seguida, construímos o Front-End. Por fim, integramos tudo com fetch().
Acompanhem e tentem reproduzir no ambiente de vocês. Se tiverem dúvidas, perguntem a qualquer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o Back-End. Vamos analisar cada parte.
Importamos o Express, criamos a aplicação e configuramos dois middlewares: express.json() para interpretar JSON e express.static('public') para servir os arquivos do Front-End.
Criamos um array vazio para armazenar os contatos e um contador para gerar IDs únicos.
A rota GET /api/contatos retorna todos os contatos. Simples.
A rota POST /api/contatos recebe os dados do formulário. Note a validação: se algum campo estiver faltando, retornamos 400 (Bad Request) com uma mensagem de erro. Se tudo estiver correto, criamos o contato, adicionamos ao array e retornamos 201 (Created) com o objeto criado.
A rota DELETE /api/contatos/:id recebe o ID como parâmetro da URL. Filtramos o array para remover o contato com esse ID e retornamos 204 (No Content).
Percebam a simplicidade. Em poucas linhas, temos um Back-End funcional com três rotas REST. Agora vamos ao Front-End.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Agora o Front-End. Vamos analisar cada função.
A função carregarContatos() faz um GET para /api/contatos, recebe o array de contatos e renderiza no DOM. Note o uso de template literals e map() para gerar o HTML dinamicamente. Cada contato é um item de lista com um botão de excluir.
O event listener do formulário captura o submit, previne o comportamento padrão (recarregar a página), coleta os dados dos campos, envia um POST para /api/contatos com os dados em JSON, limpa o formulário e recarrega a lista.
A função excluirContato() pede confirmação ao usuário e, se confirmado, envia um DELETE para /api/contatos/:id e recarrega a lista.
Observe o padrão: toda operação que modifica dados (criar, excluir) é seguida por carregarContatos(). Isso garante que a interface esteja sempre sincronizada com os dados do servidor.
Percebam também o uso de async/await em todas as funções assíncronas. Isso torna o código limpo e legível.
Alguma dúvida sobre o código?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Agora é a vez de vocês! O desafio é adicionar a funcionalidade de edição.
Vocês precisam implementar quatro coisas. Primeiro: ao clicar em "Editar" ao lado de um contato, os dados devem ser preenchidos no formulário. Segundo: o botão de envio deve mudar de "Cadastrar" para "Atualizar". Terceiro: ao enviar o formulário em modo de edição, deve ser feito um PUT (e não um POST). Quarto: após atualizar, a lista deve ser recarregada.
A dica é usar uma variável de controle — editandoId. Quando ela for null, o formulário está em modo de cadastro (POST). Quando tiver um valor, está em modo de edição (PUT).
Vocês têm 7 minutos. Tentem implementar e, se tiverem dificuldades, peçam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Chegamos ao final da aula ao vivo. Vamos recapitular o que fizemos.
Construímos uma aplicação completa. O Front-End, com HTML, CSS e JavaScript, fornece a interface visual. O JavaScript usa fetch() para enviar requisições HTTP assíncronas ao Back-End. O Back-End, com Node.js e Express, recebe as requisições, processa a lógica e devolve respostas em JSON. O Front-End recebe as respostas e atualiza o DOM.
Tudo isso sem recarregar a página. Tudo isso seguindo boas práticas: validação no servidor, tratamento de erros, código organizado, nomes descritivos.
A Atividade Prática Orientada está disponível na pasta da Unidade 1. Ela aprofunda o que fizemos hoje, adicionando mais funcionalidades e requisitos. Dediquem tempo para realizá-la com qualidade.
Na próxima unidade, vamos estudar Frameworks — ferramentas que organizam e facilitam o desenvolvimento. Tudo o que fizemos hoje manualmente, frameworks fazem de forma estruturada e padronizada.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ao Vivo</dc:title>
  <dc:subject>PptxGenJS Presentation</dc:subject>
  <dc:creator>Created by Marp</dc:creator>
  <cp:lastModifiedBy>Created by Marp</cp:lastModifiedBy>
  <cp:revision>1</cp:revision>
  <dcterms:created xsi:type="dcterms:W3CDTF">2026-09-04T19:51:12Z</dcterms:created>
  <dcterms:modified xsi:type="dcterms:W3CDTF">2026-09-04T19:51:12Z</dcterms:modified>
</cp:coreProperties>
</file>